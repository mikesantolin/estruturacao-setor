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 a todos os diretores. Hoje venho apresentar não apenas uma revisão de cargos, mas o projeto de modernização do setor de Desempenho e Monitoria. Nosso objetivo com este encontro é demonstrar como pequenas correções cirúrgicas de governança e alocação de talentos vão blindar nossa operação em 292 lojas, liberar a liderança para atuar estrategicamente com a Diretoria e proteger a empresa contra a perda de talentos técnicos em IA e dados, tudo isso com impacto orçamentário extremamente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Diretoria, muitas vezes quando olhamos para a nossa área, a percepção imediata é: 'são planilhas de Excel e dashboards'. Esse é o clássico 'Efeito Iceberg'. A planilha que chega na mesa do diretor comercial às 9h da manhã depende de um ecossistema denso de engenharia, conexões de banco de dados, regras de negócio e validações. Se não tivermos profissionais técnicos qualificados cuidando da base submersa, corremos o risco de ter relatórios quebrados, atrasos operacionais e desinformação comercial na ponta de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Identificamos três gargalos estruturais imediatos. O primeiro: hoje eu, como coordenador, acabo atuando como o único filtro de validação de dados da equipe. Isso rouba 60% do meu tempo, impedindo-me de focar na estratégia de vendas e acompanhamento direto das 292 filiais. O segundo: temos salários de analistas alocados em tarefas meramente operacionais. E o terceiro: nossos talentos de inteligência de dados recebem assédio constante do mercado de tecnologia por falta de uma perspectiva de carreira técnica. A reestruturação que trago hoje resolve simultaneamente esses três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Nossa proposta separa rigorosamente as duas frentes sob a mesma coordenação. À direita, a Monitoria e Qualidade, focada em processos, script e conformidade. Reconhecemos que a monitoria tem menor densidade técnica de TI, por isso encerramos a carreira no nível Pleno, com teto em R$ 3.500,00. À esquerda, o Desempenho Comercial, com alta densidade em modelagem e programação, onde criamos uma Trilha em Y para reter talentos técnicos de dados sem forçá-los a virar chefes de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principal alavanca operacional do projeto. Rodrigo recebe formalmente o papel de Analista Pleno de Desempenho &amp; Governança. Ele passa a ser o responsável técnico por carimbar todo relatório que sobe para a diretoria e para as lojas, aplicando um checklist rigoroso de conferência. Além disso, ele assume os estudos urgentes demandados pela diretoria de vendas. Com isso, eu fico 100% liberado das tarefas operacionais para exercer meu verdadeiro papel de coordenador: gerir pessoas, apoiar as metas da rede e dialogar com vocês sobre novos negócios.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mercado de dados e inteligência artificial, forçar um técnico brilhante a virar gestor de pessoas é a receita perfeita para perder o profissional. A Carreira em Y resolve isso. Criamos a cadeira de Especialista I em IA &amp; Analytics com entrada em R$ 5.400,00. É o caso de Wesley, com formação em ADS e tração comprovada em Power BI e IA. Ele focará 100% em tecnologia e automações que geram ganho direto de produtividade para a Facta, como a triagem de gravações por IA, enquanto a coordenação mantém a gestão integral de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Vejam a sobriedade desta tabela. Nós não viemos pedir aumentos generalizados. Monitoria é contida em todos os níveis e encerra no Pleno a R$ 3.500,00. O teto de assistente é travado em R$ 2.750,00. E olhem o encaixe: Fernando já ganha R$ 3.000 (Analista Jr); Gustavo já ganha R$ 2.750 (Assistente Sr); Rodrigo já ganha R$ 4.000 (Analista Pleno); Joice e Josimarla já ganham R$ 2.000. O impacto financeiro imediato concentra-se unicamente no reconhecimento da Coordenação e no salto planejado de Wesley para a Carreira em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modelo anterior, a equipe de retaguarda recebia bônus atrelado 100% às vendas da rede. Isso trazia dois problemas: se o dado subisse com erro mas a loja vendesse bem, o assistente ganhava bônus. Se a equipe entregasse dados perfeitos mas o mercado desacelerasse, ganhava zero. Nosso novo modelo equilibra 30% vendas da rede, 50% eficiência interna e 20% projetos. E criamos a 'Trava de Acurácia': se houver mais de 5% de relatórios com erros no mês, o bônus setorial é zerado. Protegemos o caixa da empresa e garantimos precisão absoluta nos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ponto de vista jurídico e trabalhista, estamos entregando um Quadro Organizado de Carreira que atende a todos os requisitos do Artigo 461 da CLT e da reforma trabalhista. Não há brecha para equiparação salarial indevida, pois as descrições de cargo diferenciam com exatidão os requisitos técnicos e a autonomia de cada cadeira. Além disso, resolvemos desvios históricos e formalizamos os critérios de promoção por mérito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Diretoria, o custo incremental deste plano na folha é mínimo frente ao risco de perder nossa inteligência de dados ou continuar operando com sobrecarga na liderança e relatórios sem validação. O retorno sobre o investimento vem na hora: retenção de conhecimento de ponta, processos blindados contra falhas e a coordenação 100% disponível para apoiar as decisões estratégicas da Diretoria. Solicito a aprovação desta estrutura para que possamos iniciar a transição operacional já na próxima semana. Muito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PLANEJAMENTO ESTRATÉGICO FACTA 2026/2027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Transformando o Setor de Desempenho em um</a:t>
            </a:r>
            <a:br/>
            <a:r>
              <a:t>Centro de Excelência e Inteligência Comercial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Plano Estrutural de Cargos, Carreira em Y, Governança de Dados e Otimização Salarial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Apresentador: Mike — Coordenador de Desempenho e Monitoria</a:t>
            </a:r>
            <a:br/>
            <a:r>
              <a:t>Setor Integrado: Desempenho Comercial &amp; Monitoria de Qualidade | Rede Facta (292 Filiais)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DIAGNÓSTICO E COMPLEXIDADE TÉCNICA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O que a empresa consome é apenas o topo visível de uma complexa engenharia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CAMADA VISÍVEL (15% DO ESFORÇO)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Relatórios diários e rankings em Excel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Tabelas dinâmicas de acompanhamento comercial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Dashboards e visões executivas consumidas pela Diretoria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Atendimento a dúvidas operacionais de lojas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BASE SUBMERSA (85% DE ENGENHARIA CRÍTICA)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Ingestão de dados e conexões sistêmicas (ODBC, APIs, Meta)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Modelagem dimensional avançada (Star Schema, DAX, SQL)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Desenvolvimento de Inteligência Artificial para escuta de ligações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Infraestrutura de canais Meta e WhatsApp Business para 292 lojas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Protocolos de governança, conciliação e acurácia de relatórios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★ Pipelines automatizados em Python para redução de trabalho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GARGALOS ESTRUTURAIS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A centralização técnica na coordenação limita a capacidade estratégica da área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SOBRECARGA NA VALIDAÇÃO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 Coordenação atua como validador técnico único de 100% dos relatórios da equipe.</a:t>
            </a:r>
          </a:p>
          <a:p>
            <a:br/>
            <a:pPr>
              <a:defRPr sz="1200" b="1">
                <a:solidFill>
                  <a:srgbClr val="DC2626"/>
                </a:solidFill>
              </a:defRPr>
            </a:pPr>
            <a:r>
              <a:t>Risco Crítico: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Gargalo severo. Se a liderança se ausenta, a esteira de dados para. 60% do tempo do gestor é consumido em tarefas operacionais.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DESCOLAMENTO DE ESCOPO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Salários de analistas plenos alocados em tarefas mecânicas de escuta e preenchimento simples.</a:t>
            </a:r>
          </a:p>
          <a:p>
            <a:br/>
            <a:pPr>
              <a:defRPr sz="1200" b="1">
                <a:solidFill>
                  <a:srgbClr val="DC2626"/>
                </a:solidFill>
              </a:defRPr>
            </a:pPr>
            <a:r>
              <a:t>Risco Crítico: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Ineficiência no custo fixo da folha e desmotivação técnica por ausência de desafios analíticos reais.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ASSÉDIO DE MERCADO EM TI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Talentos com formação em ADS e tração em Power BI/IA sem perspectiva de carreira técnica.</a:t>
            </a:r>
          </a:p>
          <a:p>
            <a:br/>
            <a:pPr>
              <a:defRPr sz="1200" b="1">
                <a:solidFill>
                  <a:srgbClr val="DC2626"/>
                </a:solidFill>
              </a:defRPr>
            </a:pPr>
            <a:r>
              <a:t>Risco Crítico: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Perda de inteligência proprietária para o mercado de tecnologia. Custo de substituição superior a R$ 25 mil por vaga.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ARQUITETURA ORGANIZACIONAL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Duas frentes especializadas com fronteiras e níveis de complexidade bem definidos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FRENTE 1: DESEMPENHO COMERCIAL &amp; DADOS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Foco: Inteligência comercial, DAX, SQL, pipelines e projetos de IA.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Equipe: 4 colaboradores (Rodrigo, Wesley, Gustavo, Daiane).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Governança: Homologação mandatória de relatórios antes do envio.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Trilha Y: Carreira técnica especializada (Especialista I).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Impacto: Suporte estratégico direto para a Diretoria e 292 lojas.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FRENTE 2: MONITORIA &amp; QUALIDADE DA REDE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Foco: Auditoria de lojas, calibração de script e acessos a CRMs.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Equipe: 3 colaboradores (Fernando, Josimarla, Joice).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Contenção Orçamentária: Encerramento da esteira no nível Pleno.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Teto Salarial: Limitado em R$ 3.500,00 (sem Analista Sênior).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✔ Ponte de Carreira: Avanço acima de R$ 3.500 exige transição técnica para Desempenho.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GOVERNANÇA E EFICIÊNCIA OPERACIONAL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Rodrigo assume a validação técnica e os estudos da diretoria, liberando a coordenação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RODRIGO: ANALISTA PLENO DE DESEMPENHO &amp; GOVERNANÇA</a:t>
            </a:r>
          </a:p>
          <a:p>
            <a:br/>
            <a:pPr>
              <a:defRPr sz="1300" b="1">
                <a:solidFill>
                  <a:srgbClr val="0B1E36"/>
                </a:solidFill>
              </a:defRPr>
            </a:pPr>
            <a:r>
              <a:t>1. Homologação Mandatória de Dados: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Aplicação do Checklist de 5 Etapas em 100% dos relatórios da equipe.</a:t>
            </a:r>
            <a:br/>
            <a:r>
              <a:t>• Zero dados inconsistentes enviados à Diretoria ou às filiais.</a:t>
            </a:r>
          </a:p>
          <a:p>
            <a:br/>
            <a:pPr>
              <a:defRPr sz="1300" b="1">
                <a:solidFill>
                  <a:srgbClr val="0B1E36"/>
                </a:solidFill>
              </a:defRPr>
            </a:pPr>
            <a:r>
              <a:t>2. Atendimento Executivo à Diretoria Comercial: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Confecção de estudos ad-hoc (dispersão, tabelas GOLD, portabilidade).</a:t>
            </a:r>
            <a:br/>
            <a:r>
              <a:t>• Salário de R$ 4.000,00 legitimado por entrega analítica sênior.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TRANSFORMAÇÃO NA COORDENAÇÃO GERAL (MIKE)</a:t>
            </a:r>
          </a:p>
          <a:p>
            <a:br/>
            <a:pPr>
              <a:defRPr sz="1300" b="1">
                <a:solidFill>
                  <a:srgbClr val="DC2626"/>
                </a:solidFill>
              </a:defRPr>
            </a:pPr>
            <a:r>
              <a:t>ANTES (Sobrecarga e Gargalo):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60% do tempo gasto conferindo planilhas e escutas de rotina.</a:t>
            </a:r>
            <a:br/>
            <a:r>
              <a:t>• Centralização excessiva e risco contínuo de indisponibilidade.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DEPOIS (Atuação 100% Estratégica):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Gestão direta de pessoas, clima, feedback e PDIs.</a:t>
            </a:r>
            <a:br/>
            <a:r>
              <a:t>• Alinhamento institucional com C-Level e Diretoria Comercial.</a:t>
            </a:r>
            <a:br/>
            <a:r>
              <a:t>• Governança de metas e campanhas de incentivo para 292 lojas.</a:t>
            </a:r>
            <a:br/>
            <a:r>
              <a:t>• Liderança dos projetos de inovação tecnológica (IA e MarTech).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RETENÇÃO DE TALENTOS EM TECNOLOGIA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A Carreira em Y retém inteligência técnica avançada sem inflar a estrutura de gestão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TRILHA TÉCNICA ESPECIALIZADA (CARREIRA EM Y)</a:t>
            </a:r>
          </a:p>
          <a:p>
            <a:br/>
            <a:pPr>
              <a:defRPr sz="1600" b="1">
                <a:solidFill>
                  <a:srgbClr val="0B1E36"/>
                </a:solidFill>
              </a:defRPr>
            </a:pPr>
            <a:r>
              <a:t>Especialista I em IA &amp; Analytics (R$ 5.400,00)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★ Cadeira técnica sem atribuição de gestão de pessoas.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★ Perfil ideal para Wesley (graduação em ADS, tração em BI e IA).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★ Desenvolvimento contínuo de pipelines, SQL e automações.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★ Blindagem contra assédio de empresas de software e consultorias de 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O PROJETO ESTRATÉGICO: IA NA MONITORIA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Transformação da Qualidade com Inteligência Artificial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Transcrição e escuta automática de 100% das ligações de SAC/Vendas.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Identificação imediata de desvios de script e palavras-chave de risco.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Economia de centenas de horas humanas de escutas manuais repetitivas.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Assistentes migram de 'ouvintes manuais' para auditores de anomalias críticas.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Retorno imediato sobre o investimento salarial do especialista.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ARQUITETURA SALARIAL E VIABILIDADE ORÇAMENTÁRIA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Uma estrutura salarial rigorosa, que valoriza a densidade técnica e acomoda a folha atual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1463040"/>
                <a:gridCol w="3230575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Nível / Cargo</a:t>
                      </a:r>
                    </a:p>
                  </a:txBody>
                  <a:tcPr anchor="ctr"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Monitoria &amp; Qualidade</a:t>
                      </a:r>
                    </a:p>
                  </a:txBody>
                  <a:tcPr anchor="ctr"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Desempenho &amp; Analytics</a:t>
                      </a:r>
                    </a:p>
                  </a:txBody>
                  <a:tcPr anchor="ctr"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Spread %</a:t>
                      </a:r>
                    </a:p>
                  </a:txBody>
                  <a:tcPr anchor="ctr">
                    <a:solidFill>
                      <a:srgbClr val="0B1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Enquadramento Atual</a:t>
                      </a:r>
                    </a:p>
                  </a:txBody>
                  <a:tcPr anchor="ctr">
                    <a:solidFill>
                      <a:srgbClr val="0B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Assistente Jr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R$ 2.000,00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R$ 2.100,00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+ 5,0%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Joice, Josimarla (R$ 2.000) / Daiane (R$ 2.100)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Assistente Pl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R$ 2.300,00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R$ 2.450,00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+ 6,5%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Próximo step de progressão intra-cargo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Assistente 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R$ 2.600,00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R$ 2.750,00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+ 5,8%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E36"/>
                          </a:solidFill>
                        </a:defRPr>
                      </a:pPr>
                      <a:r>
                        <a:t>GUSTAVO (Encaixe 100% Exato: R$ 2.750)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Analista Jr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R$ 3.000,00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R$ 3.200,00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+ 6,7%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E36"/>
                          </a:solidFill>
                        </a:defRPr>
                      </a:pPr>
                      <a:r>
                        <a:t>FERNANDO (Encaixe 100% Exato: R$ 3.000)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Analista Pleno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R$ 3.500,00 (TETO)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R$ 4.000,00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+ 14,3%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E36"/>
                          </a:solidFill>
                        </a:defRPr>
                      </a:pPr>
                      <a:r>
                        <a:t>RODRIGO (Encaixe 100% Exato: R$ 4.000)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Analista Sênior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[Inexistente]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R$ 4.800,00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Cadeira técnica avançada de dados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Especialista I 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R$ 5.400,00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E36"/>
                          </a:solidFill>
                        </a:defRPr>
                      </a:pPr>
                      <a:r>
                        <a:t>WESLEY (Retenção Técnica em IA e Dados)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Coordenação Geral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R$ 6.800 a R$ 7.500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E36"/>
                          </a:solidFill>
                        </a:defRPr>
                      </a:pPr>
                      <a:r>
                        <a:t>MIKE (Comando Geral das 2 Frentes / 292 Filiais)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MODELO DE INCENTIVOS (ICP)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Remuneração variável atrelada ao controle real da equipe e protegida por trava de acurácia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30% — RESULTADO DA REDE</a:t>
            </a:r>
          </a:p>
          <a:p>
            <a:pPr>
              <a:defRPr sz="1400" b="1">
                <a:solidFill>
                  <a:srgbClr val="0B1E36"/>
                </a:solidFill>
              </a:defRPr>
            </a:pPr>
            <a:r>
              <a:t>Alinhamento com Vendas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Meta global de produção e conversão das 292 filiais Facta.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50% — EFICIÊNCIA SETORIAL</a:t>
            </a:r>
          </a:p>
          <a:p>
            <a:pPr>
              <a:defRPr sz="1400" b="1">
                <a:solidFill>
                  <a:srgbClr val="0B1E36"/>
                </a:solidFill>
              </a:defRPr>
            </a:pPr>
            <a:r>
              <a:t>Line of Sight Direto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SLA rigoroso de entrega de relatórios e acurácia de cálculos.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20% — PDI &amp; PROJETOS</a:t>
            </a:r>
          </a:p>
          <a:p>
            <a:pPr>
              <a:defRPr sz="1400" b="1">
                <a:solidFill>
                  <a:srgbClr val="0B1E36"/>
                </a:solidFill>
              </a:defRPr>
            </a:pPr>
            <a:r>
              <a:t>Inovação Tecnológica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Entregas do pipeline de IA, automações em Python e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1031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⚠️ GATILHO DE SEGURANÇA MANDATÓRIO (O HARD GATE DO CFO)</a:t>
            </a:r>
          </a:p>
          <a:p>
            <a:br/>
            <a:pPr>
              <a:defRPr sz="1300" b="1">
                <a:solidFill>
                  <a:srgbClr val="0B1E36"/>
                </a:solidFill>
              </a:defRPr>
            </a:pPr>
            <a:r>
              <a:t>Se a acurácia dos relatórios e bases da área no mês for inferior a 95% (erros de cálculo ou filtros identificados após publicação), o Vetor de Eficiência Setorial (50%) é ZERADO automaticamente.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→ Mesmo que a rede de lojas supere 120% da meta de vendas, a equipe técnica não é bonificada se entregar dados inconsistentes. Isso garante disciplina técnica absoluta e protege o caixa da Facta.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SEGURANÇA TRABALHISTA E GOVERNANÇA</a:t>
            </a:r>
          </a:p>
          <a:p>
            <a:pPr>
              <a:defRPr sz="2000" b="1">
                <a:solidFill>
                  <a:srgbClr val="0B1E36"/>
                </a:solidFill>
              </a:defRPr>
            </a:pPr>
            <a:r>
              <a:t>Estrutura formalizada em conformidade com o Artigo 461 da CLT, blindando passivos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Quadro Organizado de Carreira (CLT 461)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Descrições claras de Know-How e autonomia técnica que eliminam qualquer risco de pedido de equiparação salarial indevida entre funções.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Alternância Legal de Promoção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Progressão condicionada alternadamente a Merecimento (avaliações trimestrais e PDI) e Tempo Mínimo de Casa (interstício de 9 meses).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7315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Protocolo Digital de Validação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Checklist de 5 etapas mandatório que registra formalmente a autoria e a homologação técnica antes da circulação dos dados.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7315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Extinção de Desvios Históricos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Regularização definitiva do papel de Daiane em Operações Digitais &amp; MarTech (Meta/WhatsApp), integrando métricas ao banco analítico.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74920"/>
            <a:ext cx="7315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CONCLUSÃO E RETORNO SOBRE O INVESTIMENTO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Investimento cirúrgico com retorno imediato em eficiência, retenção e governança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102A4D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O QUE A FACTA GANHA COM ESTA APROVAÇÃO: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Retenção de Inteligência: Wesley blindado e liderando o projeto de IA da Monitoria.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Desoneração da Liderança: Coordenador 100% focado na estratégia das 292 lojas.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Risco Zero de Inconsistências: Rodrigo como filtro mandatório de homologação.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Previsibilidade de Custos: Monitoria enxuta (teto R$ 3.500) e assistentes contidos (teto R$ 2.750).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Segurança Jurídica: Quadro organizado de carreira em estrita conformidade com a CLT.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E36"/>
                </a:solidFill>
              </a:defRPr>
            </a:pPr>
            <a:r>
              <a:t>CRONOGRAMA DE IMPLANTAÇÃO (90 DIAS):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• D+1 a D+7 (Imediato):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Início do Checklist Mandatório com Rodrigo e liberação da rotina de Mike.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• D+15 (Homologação):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Submissão formal das descrições de cargo ao RH Corporativo.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• D+30 (Efetivação):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Enquadramento salarial e início da Trilha Y de IA com Wesley.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• D+60 (Ciclo RV):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Primeira rodada de acompanhamento do ICP com trava de acurácia.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• D+90 (Maturidade):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Avaliação do PDI de Gustavo e expansão da triagem de escutas por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